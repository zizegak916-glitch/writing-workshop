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097280"/>
            <a:ext cx="1463040" cy="1463040"/>
          </a:xfrm>
          <a:prstGeom prst="ellipse">
            <a:avLst/>
          </a:prstGeom>
          <a:solidFill>
            <a:srgbClr val="6C9BFF"/>
          </a:solidFill>
          <a:ln/>
          <a:effectLst>
            <a:outerShdw sx="100000" sy="100000" kx="0" ky="0" algn="bl" rotWithShape="0" blurRad="254000" dist="50800" dir="16200000">
              <a:srgbClr val="6C9BFF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写作工坊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智能写作助手 · 30+ AI模式 · 多模型对比 · 8语言支持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https://zizegak916-glitch.github.io/writing-workshop/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✍️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AI写作模式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润色/扩写/续写/对话/风格转换/降AI率等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多模型对比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Claude/GPT-4o/DeepSeek/MiMo 并行生成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AI记忆系统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项目级持久记忆，自动注入上下文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上下文监控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实时Token估算，模型上限预警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8语言界面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中/英/日/韩/法/西/德/俄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底部导航/横向滚动/安全区域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AI写作模式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6C9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润色 · 扩写 · 缩写 · 改写 · 续写 · 补写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· 心理 · 环境 · 战斗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F0B42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古风 · 现代 · 幽默 · 悬疑 · 唯美 · 霸气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154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· 校对 · 节奏 · 情感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8404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 · 人物 · 伏笔 · 转折 · 结局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526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 · 总结 · 标题 · 降AI率 · 查AI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+ CSS Variables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(FTS5)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1887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Provider 统一接口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6517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6517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26517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26517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8840" y="3154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3154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3154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154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SiliconFlow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3154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3154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3154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52A38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3154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SHA-256 密码加密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自动保存 + 手动保存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专注模式 + 预览模式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项目导入/导出 (JSON)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i18n 国际化 (8语言)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记忆 &amp; 上下文监控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AI 记忆系统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每个项目独立存储记忆条目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6种分类：剧情/风格/世界观/人物/备注/规则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 System Prompt 自动注入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每次生成都参考已有记忆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支持编辑和删除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81C26"/>
          </a:solidFill>
          <a:ln w="6350">
            <a:solidFill>
              <a:srgbClr val="2A2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上下文监控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 Token 用量估算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 10+ 模型上下文限制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颜色预警：绿(安全) → 黄(注意) → 红(接近上限)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返回后显示实际消耗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输入/输出/总计 Token 分别显示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solidFill>
            <a:srgbClr val="6C9BFF"/>
          </a:solidFill>
          <a:ln/>
          <a:effectLst>
            <a:outerShdw sx="100000" sy="100000" kx="0" ky="0" algn="bl" rotWithShape="0" blurRad="254000" dist="50800" dir="16200000">
              <a:srgbClr val="6C9BFF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0" y="1234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开始你的创作之旅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在线体验：zizegak916-glitch.github.io/writing-workshop/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GitHub：github.com/zizegak916-glitch/writing-workshop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AI Writing Workshop</dc:subject>
  <dc:creator>AI 写作工坊</dc:creator>
  <cp:lastModifiedBy>AI 写作工坊</cp:lastModifiedBy>
  <cp:revision>1</cp:revision>
  <dcterms:created xsi:type="dcterms:W3CDTF">2026-06-01T13:00:48Z</dcterms:created>
  <dcterms:modified xsi:type="dcterms:W3CDTF">2026-06-01T13:00:48Z</dcterms:modified>
</cp:coreProperties>
</file>