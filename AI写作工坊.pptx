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zizegak916-glitch.github.io/writing-worksho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-1371600"/>
            <a:ext cx="4572000" cy="4572000"/>
          </a:xfrm>
          <a:prstGeom prst="ellipse">
            <a:avLst/>
          </a:prstGeom>
          <a:solidFill>
            <a:srgbClr val="6C9B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977640" y="731520"/>
            <a:ext cx="1188720" cy="1188720"/>
          </a:xfrm>
          <a:prstGeom prst="ellipse">
            <a:avLst/>
          </a:prstGeom>
          <a:solidFill>
            <a:srgbClr val="6C9BFF">
              <a:alpha val="15000"/>
            </a:srgbClr>
          </a:solidFill>
          <a:ln w="25400">
            <a:solidFill>
              <a:srgbClr val="6C9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776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写作工坊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spc="600" kern="0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Workshop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30+ AI写作模式 · 8语言 · 10+ AI供应商 · 移动端优先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3161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zizegak916-glitch.github.io/writing-workshop/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30+ AI写作模式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续写/改写/翻译/降AI率/查AI率等全场景覆盖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93192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8语言国际化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中文/英文/日语/韩语/法语/西语/德语/俄语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6364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6656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SHA-256密码保护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364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本地加密保护作品隐私，IndexedDB持久存储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Token计数器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10+模型上下文限制实时监控，接近上限预警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310896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2900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3192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AI记忆系统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2900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每项目6类持久记忆，自动注入AI提示词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108960"/>
            <a:ext cx="2651760" cy="15544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0F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深色/浅色双主题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SVG图标系统，移动端5Tab底部导航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30+ AI写作模式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" cy="1097280"/>
          </a:xfrm>
          <a:prstGeom prst="rect">
            <a:avLst/>
          </a:prstGeom>
          <a:solidFill>
            <a:srgbClr val="6C9BFF"/>
          </a:solidFill>
          <a:ln/>
        </p:spPr>
      </p:sp>
      <p:sp>
        <p:nvSpPr>
          <p:cNvPr id="4" name="Shape 2"/>
          <p:cNvSpPr/>
          <p:nvPr/>
        </p:nvSpPr>
        <p:spPr>
          <a:xfrm>
            <a:off x="521208" y="109728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9B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基础创作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自由写作 · 续写 · 改写 · 扩写 · 缩写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64008" cy="109728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8" name="Shape 6"/>
          <p:cNvSpPr/>
          <p:nvPr/>
        </p:nvSpPr>
        <p:spPr>
          <a:xfrm>
            <a:off x="4818888" y="109728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834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润色 · 语法修正 · 风格转换 · 语气调整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64008" cy="1097280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237744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专业场景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论文 · 商业文案 · 小说 · 诗歌 · 剧本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64008" cy="109728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4818888" y="237744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AI检测对抗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降AI率 · 查AI率 · 人性化改写 · 绕过检测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64008" cy="10972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208" y="365760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多语言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翻译 · 本地化 · 多语言对比 · 跨文化适配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3657600"/>
            <a:ext cx="64008" cy="109728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4" name="Shape 22"/>
          <p:cNvSpPr/>
          <p:nvPr/>
        </p:nvSpPr>
        <p:spPr>
          <a:xfrm>
            <a:off x="4818888" y="3657600"/>
            <a:ext cx="4050792" cy="109728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分析辅助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摘要 · 关键词提取 · 情感分析 · 结构优化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731520"/>
          </a:xfrm>
          <a:prstGeom prst="rect">
            <a:avLst/>
          </a:prstGeom>
          <a:solidFill>
            <a:srgbClr val="6C9B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1188720" cy="457200"/>
          </a:xfrm>
          <a:prstGeom prst="rect">
            <a:avLst/>
          </a:prstGeom>
          <a:solidFill>
            <a:srgbClr val="6C9BFF">
              <a:alpha val="15000"/>
            </a:srgbClr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C9B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前端层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纯HTML/CSS/JS · 无框架依赖 · Tailwind风格 · SVG图标系统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8229600" cy="7315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240280"/>
            <a:ext cx="54864" cy="73152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377440"/>
            <a:ext cx="1188720" cy="457200"/>
          </a:xfrm>
          <a:prstGeom prst="rect">
            <a:avLst/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774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存储层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2240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IndexedDB · 项目/章节/记忆 · 离线可用 · 数据持久化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08960"/>
            <a:ext cx="54864" cy="731520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solidFill>
            <a:srgbClr val="F0B429">
              <a:alpha val="15000"/>
            </a:srgbClr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03120" y="3108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callAI()统一接口 · 10+供应商路由 · 流式输出 · System Prompt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977640"/>
            <a:ext cx="54864" cy="73152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4114800"/>
            <a:ext cx="1188720" cy="457200"/>
          </a:xfrm>
          <a:prstGeom prst="rect">
            <a:avLst/>
          </a:prstGeom>
          <a:solidFill>
            <a:srgbClr val="F87171">
              <a:alpha val="15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1148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安全层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03120" y="39776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SHA-256密码 · 本地加密 · 无服务器 · 隐私优先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82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支持供应商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81328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1328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05456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05456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529584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9584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53712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53712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77840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77840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01968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01968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626096" y="4389120"/>
            <a:ext cx="914400" cy="365760"/>
          </a:xfrm>
          <a:prstGeom prst="rect">
            <a:avLst/>
          </a:prstGeom>
          <a:solidFill>
            <a:srgbClr val="181C26"/>
          </a:solidFill>
          <a:ln w="12700">
            <a:solidFill>
              <a:srgbClr val="2A2F3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26096" y="4389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智能特性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34747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🧠 AI记忆系统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每个项目拥有6类独立记忆空间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世界观 — 作品设定与背景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578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角色 — 人物档案与关系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626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情节 — 故事线与伏笔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467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风格 — 写作风格偏好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7307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术语 — 专业词汇表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 自定义 — 任意记忆条目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280160"/>
            <a:ext cx="3931920" cy="3474720"/>
          </a:xfrm>
          <a:prstGeom prst="rect">
            <a:avLst/>
          </a:prstGeom>
          <a:solidFill>
            <a:srgbClr val="1E2330"/>
          </a:solidFill>
          <a:ln w="12700">
            <a:solidFill>
              <a:srgbClr val="2A2F3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9B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📊 Token上下文监控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实时追踪10+模型上下文限制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520440" cy="320040"/>
          </a:xfrm>
          <a:prstGeom prst="rect">
            <a:avLst/>
          </a:prstGeom>
          <a:solidFill>
            <a:srgbClr val="181C26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240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8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0" y="22402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A8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2606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32320" y="2606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2953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2953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3009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0" y="33009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36484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3648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39959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32320" y="39959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43434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457200"/>
            <a:ext cx="4572000" cy="4572000"/>
          </a:xfrm>
          <a:prstGeom prst="ellipse">
            <a:avLst/>
          </a:prstGeom>
          <a:solidFill>
            <a:srgbClr val="6C9BFF">
              <a:alpha val="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F0F6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开始创作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500" kern="0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Writing Now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3017520"/>
            <a:ext cx="5486400" cy="640080"/>
          </a:xfrm>
          <a:prstGeom prst="rect">
            <a:avLst/>
          </a:prstGeom>
          <a:solidFill>
            <a:srgbClr val="1E2330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828800" y="3017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6C9B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 zizegak916-glitch.github.io/writing-workshop/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F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开源项目 · 纯前端 · 无需服务器 · 免费使用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4480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zizegak916-glitch/writing-workshop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写作工坊</dc:title>
  <dc:subject>PptxGenJS Presentation</dc:subject>
  <dc:creator>Writing Workshop</dc:creator>
  <cp:lastModifiedBy>Writing Workshop</cp:lastModifiedBy>
  <cp:revision>1</cp:revision>
  <dcterms:created xsi:type="dcterms:W3CDTF">2026-06-01T13:10:57Z</dcterms:created>
  <dcterms:modified xsi:type="dcterms:W3CDTF">2026-06-01T13:10:57Z</dcterms:modified>
</cp:coreProperties>
</file>